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737360"/>
            <a:ext cx="164592" cy="18288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6868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to Action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reporting and response tool for antisemitic incidents in New York City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IAC Initiative  •  Hackathon Demo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SHOMER?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SHOMER — Incident to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42316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242316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what happened, where, and when — anonymously if preferred.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91840" y="1554480"/>
            <a:ext cx="242316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554480"/>
            <a:ext cx="242316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874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74720" y="242316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classifies severity and recommends the right response path.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42316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54480"/>
            <a:ext cx="2423160" cy="1097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8745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2423160"/>
            <a:ext cx="2057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sequenced plan with contacts, deadlines, and next steps.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does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SHOMER — Incident to 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incident intake via text or browser speech-to-text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Manhattan-focused incident map with privacy-fuzzed locations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action plans with contacts, deadlines, and rationale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severity model: T1 Emergency → T4 Pattern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tracking turns low-grade incidents into collective evidence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806440" y="1554480"/>
            <a:ext cx="278892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89320" y="178308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Tiers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89320" y="2331720"/>
            <a:ext cx="50292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331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Emergency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89320" y="2834640"/>
            <a:ext cx="502920" cy="320040"/>
          </a:xfrm>
          <a:prstGeom prst="rect">
            <a:avLst/>
          </a:prstGeom>
          <a:solidFill>
            <a:srgbClr val="F2911F"/>
          </a:solidFill>
          <a:ln w="12700">
            <a:solidFill>
              <a:srgbClr val="F291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834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— Urgent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9320" y="3337560"/>
            <a:ext cx="502920" cy="32004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3375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— Standard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89320" y="3840480"/>
            <a:ext cx="50292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840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— Pattern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SHOMER — Incident to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New Yorker deserves to feel safe and welcome in our city. Jews are no exception."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Antisemitic incidents in NYC are rising and often go unreported.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and witnesses frequently don't know where to turn or what to do next.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events feel invisible; aggregated data reveals patterns and pressure points.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guided triage turns confusion into clear, time-bounded action.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it's for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SHOMER — Incident to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886200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91440" cy="1508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556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Victims &amp; Witnesses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2128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experiences or sees antisemitic conduct and needs guidance.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886200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54480"/>
            <a:ext cx="91440" cy="1508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556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Organizations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92040" y="22128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Synagogues, JCCs, and civic groups tracking local incidents.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3886200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91840"/>
            <a:ext cx="91440" cy="1508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93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Campus Groups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77240" y="395020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staff navigating Title VI reporting and school protocols.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3291840"/>
            <a:ext cx="3886200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291840"/>
            <a:ext cx="91440" cy="150876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493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Advocates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395020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using verified data to push for policy and safety improvements.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report to action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SHOMER — Incident to 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17320" y="1828800"/>
            <a:ext cx="822960" cy="8229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happened, where, and when.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108960" y="224028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828800"/>
            <a:ext cx="822960" cy="8229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Triage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3429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assigns a T1–T4 tier and explains its reasoning.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897880" y="2240280"/>
            <a:ext cx="457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828800"/>
            <a:ext cx="822960" cy="82296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745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2648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26480" y="34290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immediate steps, contacts, and deadlines.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15568"/>
            <a:ext cx="1097280" cy="548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SHOMER — Incident to Action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926080"/>
        </p:xfrm>
        <a:graphic>
          <a:graphicData uri="http://schemas.openxmlformats.org/drawingml/2006/table">
            <a:tbl>
              <a:tblPr/>
              <a:tblGrid>
                <a:gridCol w="2194560"/>
                <a:gridCol w="585216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C5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Frontend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+ TanStack Start + Tailwind CSS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C5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Backend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TanStack server functions on Cloudflare Workers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C5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AI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Lovable AI Gateway + Google Gemini 3.7 Flash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C5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Database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via Lovable Cloud / Supabase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C5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Maps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MapLibre GL + Carto dark basemap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C518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Storage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private evidence storage with RLS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00200"/>
            <a:ext cx="164592" cy="18288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SHOMER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6868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  Map.  Respond.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IAC Hackathon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SHOMER — Incident to Action</dc:title>
  <dc:subject>SHOMER app overview, purpose, audience, and tech stack</dc:subject>
  <dc:creator>IAC Hackathon Team</dc:creator>
  <cp:lastModifiedBy>IAC Hackathon Team</cp:lastModifiedBy>
  <cp:revision>1</cp:revision>
  <dcterms:created xsi:type="dcterms:W3CDTF">2026-08-30T17:41:57Z</dcterms:created>
  <dcterms:modified xsi:type="dcterms:W3CDTF">2026-08-30T17:41:57Z</dcterms:modified>
</cp:coreProperties>
</file>